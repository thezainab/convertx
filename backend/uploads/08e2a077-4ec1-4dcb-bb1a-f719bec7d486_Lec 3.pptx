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3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432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6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4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3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2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4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6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4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3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1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489179-B157-4EAE-90E2-25AD28B8D4F2}" type="datetimeFigureOut">
              <a:rPr lang="en-US" smtClean="0"/>
              <a:t>03-Oct-23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98BD060-13F2-463D-97BA-AD975D8C69B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556609"/>
            <a:ext cx="9144000" cy="569277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Organization and Assembly Language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5936948"/>
            <a:ext cx="10058400" cy="1143000"/>
          </a:xfrm>
        </p:spPr>
        <p:txBody>
          <a:bodyPr/>
          <a:lstStyle/>
          <a:p>
            <a:pPr algn="r"/>
            <a:r>
              <a:rPr lang="en-US" dirty="0" smtClean="0"/>
              <a:t>Amir Nawaz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3858768"/>
            <a:ext cx="1537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Lecture 3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952" y="0"/>
            <a:ext cx="1682496" cy="168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1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9816" y="270088"/>
            <a:ext cx="3644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0" dirty="0" smtClean="0">
                <a:solidFill>
                  <a:srgbClr val="666666"/>
                </a:solidFill>
                <a:effectLst/>
                <a:latin typeface="Arial Black" panose="020B0A04020102020204" pitchFamily="34" charset="0"/>
              </a:rPr>
              <a:t>Today we will learn?</a:t>
            </a:r>
            <a:endParaRPr lang="en-US" sz="2400" b="1" i="0" dirty="0">
              <a:solidFill>
                <a:srgbClr val="666666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6120" y="814282"/>
            <a:ext cx="103296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Flag register and its types</a:t>
            </a:r>
          </a:p>
        </p:txBody>
      </p:sp>
    </p:spTree>
    <p:extLst>
      <p:ext uri="{BB962C8B-B14F-4D97-AF65-F5344CB8AC3E}">
        <p14:creationId xmlns:p14="http://schemas.microsoft.com/office/powerpoint/2010/main" val="338624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3855" y="437745"/>
            <a:ext cx="34339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Flag Register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3855" y="1595336"/>
            <a:ext cx="107045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Flag register contains 16 bits that show the status of some activities.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Logical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rithematic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operations/instructions will change the flag status.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flag is a single bit of information whose meaning is independent from any other bit.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825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203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0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203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42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" y="0"/>
            <a:ext cx="12096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92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" y="0"/>
            <a:ext cx="11982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6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" y="0"/>
            <a:ext cx="12068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23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203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32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" y="0"/>
            <a:ext cx="12096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7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" y="0"/>
            <a:ext cx="12096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18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203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50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936"/>
            <a:ext cx="12192000" cy="637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43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" y="0"/>
            <a:ext cx="12125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382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039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</TotalTime>
  <Words>61</Words>
  <Application>Microsoft Office PowerPoint</Application>
  <PresentationFormat>Widescreen</PresentationFormat>
  <Paragraphs>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Retrospect</vt:lpstr>
      <vt:lpstr>Computer Organization and Assembly Language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Assembly Language</dc:title>
  <dc:creator>dell</dc:creator>
  <cp:lastModifiedBy>dell</cp:lastModifiedBy>
  <cp:revision>5</cp:revision>
  <dcterms:created xsi:type="dcterms:W3CDTF">2023-10-02T17:41:53Z</dcterms:created>
  <dcterms:modified xsi:type="dcterms:W3CDTF">2023-10-03T02:08:11Z</dcterms:modified>
</cp:coreProperties>
</file>